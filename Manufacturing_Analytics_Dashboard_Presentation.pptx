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8" r:id="rId3"/>
    <p:sldId id="260" r:id="rId4"/>
    <p:sldId id="257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249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683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6664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8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9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4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77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46008" y="6302326"/>
            <a:ext cx="1097280" cy="2743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6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871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184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73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292608" y="292608"/>
            <a:ext cx="8558784" cy="6272784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2142" y="6302326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2326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53042" y="6302326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733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6000" dirty="0"/>
              <a:t>Manufacturing OPERATIONS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1"/>
            <a:ext cx="6803136" cy="732901"/>
          </a:xfrm>
        </p:spPr>
        <p:txBody>
          <a:bodyPr>
            <a:normAutofit fontScale="92500" lnSpcReduction="10000"/>
          </a:bodyPr>
          <a:lstStyle/>
          <a:p>
            <a:r>
              <a:rPr sz="1900" b="1" dirty="0"/>
              <a:t>Report Analytics &amp; KPIs for Stakeholders</a:t>
            </a:r>
            <a:r>
              <a:rPr lang="en-US" sz="1900" b="1" dirty="0"/>
              <a:t>                              </a:t>
            </a:r>
          </a:p>
          <a:p>
            <a:endParaRPr lang="en-US" b="1" dirty="0"/>
          </a:p>
          <a:p>
            <a:r>
              <a:rPr lang="en-US" b="1" dirty="0"/>
              <a:t>By Neetu Yadav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4358" y="456856"/>
            <a:ext cx="7680960" cy="1371600"/>
          </a:xfrm>
        </p:spPr>
        <p:txBody>
          <a:bodyPr/>
          <a:lstStyle/>
          <a:p>
            <a:r>
              <a:rPr dirty="0">
                <a:latin typeface="Arial Black" panose="020B0A04020102020204" pitchFamily="34" charset="0"/>
              </a:rP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358" y="1828455"/>
            <a:ext cx="7680960" cy="43723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Manufacturing Analytics Dashboard provides a consolidated view of daily production performance.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enables stakeholders to track manufacturing quantity, rejected output, wastage %, machine-level inefficiencies, employee performance issues, and trends over time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This dashboard provides insights on: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- Employee-wise Rejected Qty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- Machine-wise Rejected Qty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- Department-wise Manufacturing vs Rejected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- Trend of Manufacturing and Rejection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- Buyer-based filtering and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4D9B016-10B6-940D-CBB6-132B78008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BC9F32-1F90-9DFC-B8E6-24C62CEAE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" y="371474"/>
            <a:ext cx="8586787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56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28294"/>
            <a:ext cx="7680960" cy="137160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Objectives and KPIs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D0DC002-A90B-A67E-E347-AF40F486F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- Identifying bottlenecks in production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- Minimizing rejection and waste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- Improving machine and employee efficiency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- Enhancing department-level visibility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- Supporting data-driven decision making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EE6F26-426C-565B-489A-E6AEBB0C1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KPIs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D814AC-68E8-1625-311C-0451AC599B2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Manufactured Qty: 86.8M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Rejected Qty: 525K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Processed Qty: 86.2M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- Wastage %: 0.61%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51497"/>
            <a:ext cx="7680960" cy="137160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Insights</a:t>
            </a:r>
            <a:r>
              <a:rPr dirty="0"/>
              <a:t> </a:t>
            </a:r>
            <a:r>
              <a:rPr lang="en-US" dirty="0">
                <a:latin typeface="Arial Black" panose="020B0A040201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688783"/>
            <a:ext cx="7680960" cy="39319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- Majority of manufactured output shows low rejection rate overall.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- Employee Shruti Singh recorded the highest rejected quantity.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- Machine Code MCO1 shows highest rejection contribution.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- Woven Labels department leads in production volume.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- Downward trend visible in rejection over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EDB28-4358-8021-2552-9862F0E7F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112" y="137428"/>
            <a:ext cx="7680960" cy="1371600"/>
          </a:xfrm>
        </p:spPr>
        <p:txBody>
          <a:bodyPr/>
          <a:lstStyle/>
          <a:p>
            <a:r>
              <a:rPr lang="en-US" dirty="0">
                <a:latin typeface="Arial Black" panose="020B0A04020102020204" pitchFamily="34" charset="0"/>
              </a:rPr>
              <a:t>Conclusion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3078B7-1745-5FE3-B7C0-1AC674CA59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5114" y="1235669"/>
            <a:ext cx="7933774" cy="5101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fontAlgn="base"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Conduct employee-level performance audit and implement re-training program.</a:t>
            </a:r>
          </a:p>
          <a:p>
            <a:pPr marR="0" lvl="0" fontAlgn="base"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Initiate maintenance for high-rejection machine (MCO1) and set up preventive maintenance cycles.</a:t>
            </a:r>
          </a:p>
          <a:p>
            <a:pPr marR="0" lvl="0" fontAlgn="base"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Standardize production processes and introduce Statistical Process Control (SPC) to reduce variability.</a:t>
            </a:r>
          </a:p>
          <a:p>
            <a:pPr marR="0" lvl="0" fontAlgn="base"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Implement weekly KPI monitoring to improve reaction time for quality issues.</a:t>
            </a:r>
          </a:p>
          <a:p>
            <a:pPr marR="0" lvl="0" fontAlgn="base"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Benchmark Woven Labels department processes to replicate high productivity across units.</a:t>
            </a:r>
          </a:p>
          <a:p>
            <a:pPr marR="0" lvl="0" fontAlgn="base"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Enhance quality checks and automation to maintain wastage below 0.50%.</a:t>
            </a:r>
          </a:p>
        </p:txBody>
      </p:sp>
    </p:spTree>
    <p:extLst>
      <p:ext uri="{BB962C8B-B14F-4D97-AF65-F5344CB8AC3E}">
        <p14:creationId xmlns:p14="http://schemas.microsoft.com/office/powerpoint/2010/main" val="15383702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38</TotalTime>
  <Words>257</Words>
  <Application>Microsoft Office PowerPoint</Application>
  <PresentationFormat>On-screen Show (4:3)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Garamond</vt:lpstr>
      <vt:lpstr>Wingdings</vt:lpstr>
      <vt:lpstr>Savon</vt:lpstr>
      <vt:lpstr>Manufacturing OPERATIONS Analytics</vt:lpstr>
      <vt:lpstr>Dashboard Overview</vt:lpstr>
      <vt:lpstr>PowerPoint Presentation</vt:lpstr>
      <vt:lpstr>Objectives and KPIs</vt:lpstr>
      <vt:lpstr>Insights Summary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Manufacturing OPERATIONS Analytics</dc:title>
  <dc:subject/>
  <dc:creator>Neetu</dc:creator>
  <cp:keywords/>
  <dc:description>generated using python-pptx</dc:description>
  <cp:lastModifiedBy>Neetu Yadav</cp:lastModifiedBy>
  <cp:revision>2</cp:revision>
  <dcterms:created xsi:type="dcterms:W3CDTF">2013-01-27T09:14:16Z</dcterms:created>
  <dcterms:modified xsi:type="dcterms:W3CDTF">2025-11-16T12:45:49Z</dcterms:modified>
  <cp:category/>
</cp:coreProperties>
</file>